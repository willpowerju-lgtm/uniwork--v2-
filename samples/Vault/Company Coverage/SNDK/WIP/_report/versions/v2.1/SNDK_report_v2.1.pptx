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8,895.25</a:t>
                      </a:r>
                    </a:p>
                  </a:txBody>
                  <a:tcPr/>
                </a:tc>
                <a:tc>
                  <a:txBody>
                    <a:bodyPr/>
                    <a:lstStyle/>
                    <a:p>
                      <a:r>
                        <a:rPr sz="900"/>
                        <a:t>12,275.44</a:t>
                      </a:r>
                    </a:p>
                  </a:txBody>
                  <a:tcPr/>
                </a:tc>
                <a:tc>
                  <a:txBody>
                    <a:bodyPr/>
                    <a:lstStyle/>
                    <a:p>
                      <a:r>
                        <a:rPr sz="900"/>
                        <a:t>15,679.92</a:t>
                      </a:r>
                    </a:p>
                  </a:txBody>
                  <a:tcPr/>
                </a:tc>
                <a:tc>
                  <a:txBody>
                    <a:bodyPr/>
                    <a:lstStyle/>
                    <a:p>
                      <a:r>
                        <a:rPr sz="900"/>
                        <a:t>11,916.74</a:t>
                      </a:r>
                    </a:p>
                  </a:txBody>
                  <a:tcPr/>
                </a:tc>
                <a:tc>
                  <a:txBody>
                    <a:bodyPr/>
                    <a:lstStyle/>
                    <a:p>
                      <a:r>
                        <a:rPr sz="900"/>
                        <a:t>12,137.20</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1,779.05</a:t>
                      </a:r>
                    </a:p>
                  </a:txBody>
                  <a:tcPr/>
                </a:tc>
                <a:tc>
                  <a:txBody>
                    <a:bodyPr/>
                    <a:lstStyle/>
                    <a:p>
                      <a:r>
                        <a:rPr sz="900"/>
                        <a:t>2,209.58</a:t>
                      </a:r>
                    </a:p>
                  </a:txBody>
                  <a:tcPr/>
                </a:tc>
                <a:tc>
                  <a:txBody>
                    <a:bodyPr/>
                    <a:lstStyle/>
                    <a:p>
                      <a:r>
                        <a:rPr sz="900"/>
                        <a:t>2,822.39</a:t>
                      </a:r>
                    </a:p>
                  </a:txBody>
                  <a:tcPr/>
                </a:tc>
                <a:tc>
                  <a:txBody>
                    <a:bodyPr/>
                    <a:lstStyle/>
                    <a:p>
                      <a:r>
                        <a:rPr sz="900"/>
                        <a:t>2,204.60</a:t>
                      </a:r>
                    </a:p>
                  </a:txBody>
                  <a:tcPr/>
                </a:tc>
                <a:tc>
                  <a:txBody>
                    <a:bodyPr/>
                    <a:lstStyle/>
                    <a:p>
                      <a:r>
                        <a:rPr sz="900"/>
                        <a:t>2,245.38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7,116.20</a:t>
                      </a:r>
                    </a:p>
                  </a:txBody>
                  <a:tcPr/>
                </a:tc>
                <a:tc>
                  <a:txBody>
                    <a:bodyPr/>
                    <a:lstStyle/>
                    <a:p>
                      <a:r>
                        <a:rPr sz="900"/>
                        <a:t>10,065.86</a:t>
                      </a:r>
                    </a:p>
                  </a:txBody>
                  <a:tcPr/>
                </a:tc>
                <a:tc>
                  <a:txBody>
                    <a:bodyPr/>
                    <a:lstStyle/>
                    <a:p>
                      <a:r>
                        <a:rPr sz="900"/>
                        <a:t>12,857.53</a:t>
                      </a:r>
                    </a:p>
                  </a:txBody>
                  <a:tcPr/>
                </a:tc>
                <a:tc>
                  <a:txBody>
                    <a:bodyPr/>
                    <a:lstStyle/>
                    <a:p>
                      <a:r>
                        <a:rPr sz="900"/>
                        <a:t>9,712.14</a:t>
                      </a:r>
                    </a:p>
                  </a:txBody>
                  <a:tcPr/>
                </a:tc>
                <a:tc>
                  <a:txBody>
                    <a:bodyPr/>
                    <a:lstStyle/>
                    <a:p>
                      <a:r>
                        <a:rPr sz="900"/>
                        <a:t>9,891.82</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369.15</a:t>
                      </a:r>
                    </a:p>
                  </a:txBody>
                  <a:tcPr/>
                </a:tc>
                <a:tc>
                  <a:txBody>
                    <a:bodyPr/>
                    <a:lstStyle/>
                    <a:p>
                      <a:r>
                        <a:rPr sz="900"/>
                        <a:t>429.64</a:t>
                      </a:r>
                    </a:p>
                  </a:txBody>
                  <a:tcPr/>
                </a:tc>
                <a:tc>
                  <a:txBody>
                    <a:bodyPr/>
                    <a:lstStyle/>
                    <a:p>
                      <a:r>
                        <a:rPr sz="900"/>
                        <a:t>423.36</a:t>
                      </a:r>
                    </a:p>
                  </a:txBody>
                  <a:tcPr/>
                </a:tc>
                <a:tc>
                  <a:txBody>
                    <a:bodyPr/>
                    <a:lstStyle/>
                    <a:p>
                      <a:r>
                        <a:rPr sz="900"/>
                        <a:t>417.09</a:t>
                      </a:r>
                    </a:p>
                  </a:txBody>
                  <a:tcPr/>
                </a:tc>
                <a:tc>
                  <a:txBody>
                    <a:bodyPr/>
                    <a:lstStyle/>
                    <a:p>
                      <a:r>
                        <a:rPr sz="900"/>
                        <a:t>424.80</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177.91</a:t>
                      </a:r>
                    </a:p>
                  </a:txBody>
                  <a:tcPr/>
                </a:tc>
                <a:tc>
                  <a:txBody>
                    <a:bodyPr/>
                    <a:lstStyle/>
                    <a:p>
                      <a:r>
                        <a:rPr sz="900"/>
                        <a:t>184.13</a:t>
                      </a:r>
                    </a:p>
                  </a:txBody>
                  <a:tcPr/>
                </a:tc>
                <a:tc>
                  <a:txBody>
                    <a:bodyPr/>
                    <a:lstStyle/>
                    <a:p>
                      <a:r>
                        <a:rPr sz="900"/>
                        <a:t>196.00</a:t>
                      </a:r>
                    </a:p>
                  </a:txBody>
                  <a:tcPr/>
                </a:tc>
                <a:tc>
                  <a:txBody>
                    <a:bodyPr/>
                    <a:lstStyle/>
                    <a:p>
                      <a:r>
                        <a:rPr sz="900"/>
                        <a:t>178.75</a:t>
                      </a:r>
                    </a:p>
                  </a:txBody>
                  <a:tcPr/>
                </a:tc>
                <a:tc>
                  <a:txBody>
                    <a:bodyPr/>
                    <a:lstStyle/>
                    <a:p>
                      <a:r>
                        <a:rPr sz="900"/>
                        <a:t>182.06</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489.24</a:t>
                      </a:r>
                    </a:p>
                  </a:txBody>
                  <a:tcPr/>
                </a:tc>
                <a:tc>
                  <a:txBody>
                    <a:bodyPr/>
                    <a:lstStyle/>
                    <a:p>
                      <a:r>
                        <a:rPr sz="900"/>
                        <a:t>527.84</a:t>
                      </a:r>
                    </a:p>
                  </a:txBody>
                  <a:tcPr/>
                </a:tc>
                <a:tc>
                  <a:txBody>
                    <a:bodyPr/>
                    <a:lstStyle/>
                    <a:p>
                      <a:r>
                        <a:rPr sz="900"/>
                        <a:t>533.12</a:t>
                      </a:r>
                    </a:p>
                  </a:txBody>
                  <a:tcPr/>
                </a:tc>
                <a:tc>
                  <a:txBody>
                    <a:bodyPr/>
                    <a:lstStyle/>
                    <a:p>
                      <a:r>
                        <a:rPr sz="900"/>
                        <a:t>530.29</a:t>
                      </a:r>
                    </a:p>
                  </a:txBody>
                  <a:tcPr/>
                </a:tc>
                <a:tc>
                  <a:txBody>
                    <a:bodyPr/>
                    <a:lstStyle/>
                    <a:p>
                      <a:r>
                        <a:rPr sz="900"/>
                        <a:t>534.04</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6,626.96</a:t>
                      </a:r>
                    </a:p>
                  </a:txBody>
                  <a:tcPr/>
                </a:tc>
                <a:tc>
                  <a:txBody>
                    <a:bodyPr/>
                    <a:lstStyle/>
                    <a:p>
                      <a:r>
                        <a:rPr sz="900"/>
                        <a:t>9,538.02</a:t>
                      </a:r>
                    </a:p>
                  </a:txBody>
                  <a:tcPr/>
                </a:tc>
                <a:tc>
                  <a:txBody>
                    <a:bodyPr/>
                    <a:lstStyle/>
                    <a:p>
                      <a:r>
                        <a:rPr sz="900"/>
                        <a:t>12,324.42</a:t>
                      </a:r>
                    </a:p>
                  </a:txBody>
                  <a:tcPr/>
                </a:tc>
                <a:tc>
                  <a:txBody>
                    <a:bodyPr/>
                    <a:lstStyle/>
                    <a:p>
                      <a:r>
                        <a:rPr sz="900"/>
                        <a:t>9,181.85</a:t>
                      </a:r>
                    </a:p>
                  </a:txBody>
                  <a:tcPr/>
                </a:tc>
                <a:tc>
                  <a:txBody>
                    <a:bodyPr/>
                    <a:lstStyle/>
                    <a:p>
                      <a:r>
                        <a:rPr sz="900"/>
                        <a:t>9,357.78</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6,664.96</a:t>
                      </a:r>
                    </a:p>
                  </a:txBody>
                  <a:tcPr/>
                </a:tc>
                <a:tc>
                  <a:txBody>
                    <a:bodyPr/>
                    <a:lstStyle/>
                    <a:p>
                      <a:r>
                        <a:rPr sz="900"/>
                        <a:t>9,576.02</a:t>
                      </a:r>
                    </a:p>
                  </a:txBody>
                  <a:tcPr/>
                </a:tc>
                <a:tc>
                  <a:txBody>
                    <a:bodyPr/>
                    <a:lstStyle/>
                    <a:p>
                      <a:r>
                        <a:rPr sz="900"/>
                        <a:t>12,362.42</a:t>
                      </a:r>
                    </a:p>
                  </a:txBody>
                  <a:tcPr/>
                </a:tc>
                <a:tc>
                  <a:txBody>
                    <a:bodyPr/>
                    <a:lstStyle/>
                    <a:p>
                      <a:r>
                        <a:rPr sz="900"/>
                        <a:t>9,219.85</a:t>
                      </a:r>
                    </a:p>
                  </a:txBody>
                  <a:tcPr/>
                </a:tc>
                <a:tc>
                  <a:txBody>
                    <a:bodyPr/>
                    <a:lstStyle/>
                    <a:p>
                      <a:r>
                        <a:rPr sz="900"/>
                        <a:t>9,395.78</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5,712.95</a:t>
                      </a:r>
                    </a:p>
                  </a:txBody>
                  <a:tcPr/>
                </a:tc>
                <a:tc>
                  <a:txBody>
                    <a:bodyPr/>
                    <a:lstStyle/>
                    <a:p>
                      <a:r>
                        <a:rPr sz="900"/>
                        <a:t>8,120.92</a:t>
                      </a:r>
                    </a:p>
                  </a:txBody>
                  <a:tcPr/>
                </a:tc>
                <a:tc>
                  <a:txBody>
                    <a:bodyPr/>
                    <a:lstStyle/>
                    <a:p>
                      <a:r>
                        <a:rPr sz="900"/>
                        <a:t>10,489.35</a:t>
                      </a:r>
                    </a:p>
                  </a:txBody>
                  <a:tcPr/>
                </a:tc>
                <a:tc>
                  <a:txBody>
                    <a:bodyPr/>
                    <a:lstStyle/>
                    <a:p>
                      <a:r>
                        <a:rPr sz="900"/>
                        <a:t>7,818.17</a:t>
                      </a:r>
                    </a:p>
                  </a:txBody>
                  <a:tcPr/>
                </a:tc>
                <a:tc>
                  <a:txBody>
                    <a:bodyPr/>
                    <a:lstStyle/>
                    <a:p>
                      <a:r>
                        <a:rPr sz="900"/>
                        <a:t>7,967.71</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64.2%</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65.6%</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36.16</a:t>
                      </a:r>
                    </a:p>
                  </a:txBody>
                  <a:tcPr/>
                </a:tc>
                <a:tc>
                  <a:txBody>
                    <a:bodyPr/>
                    <a:lstStyle/>
                    <a:p>
                      <a:r>
                        <a:rPr sz="900"/>
                        <a:t>51.40</a:t>
                      </a:r>
                    </a:p>
                  </a:txBody>
                  <a:tcPr/>
                </a:tc>
                <a:tc>
                  <a:txBody>
                    <a:bodyPr/>
                    <a:lstStyle/>
                    <a:p>
                      <a:r>
                        <a:rPr sz="900"/>
                        <a:t>66.39</a:t>
                      </a:r>
                    </a:p>
                  </a:txBody>
                  <a:tcPr/>
                </a:tc>
                <a:tc>
                  <a:txBody>
                    <a:bodyPr/>
                    <a:lstStyle/>
                    <a:p>
                      <a:r>
                        <a:rPr sz="900"/>
                        <a:t>49.48</a:t>
                      </a:r>
                    </a:p>
                  </a:txBody>
                  <a:tcPr/>
                </a:tc>
                <a:tc>
                  <a:txBody>
                    <a:bodyPr/>
                    <a:lstStyle/>
                    <a:p>
                      <a:r>
                        <a:rPr sz="900"/>
                        <a:t>50.43</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consensus（T2）。基于股价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